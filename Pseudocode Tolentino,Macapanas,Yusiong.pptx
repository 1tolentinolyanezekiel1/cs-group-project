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1050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9555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281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509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744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914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261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6424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4962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0004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1678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D90E03-963C-4790-838D-2EA50758481B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54D54-1907-4610-88E3-E4EA735E2C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821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158737"/>
            <a:ext cx="10515600" cy="1140642"/>
          </a:xfrm>
        </p:spPr>
        <p:txBody>
          <a:bodyPr/>
          <a:lstStyle/>
          <a:p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899660"/>
            <a:ext cx="10515600" cy="499621"/>
          </a:xfrm>
        </p:spPr>
        <p:txBody>
          <a:bodyPr/>
          <a:lstStyle/>
          <a:p>
            <a:pPr marL="0" indent="0">
              <a:buNone/>
            </a:pPr>
            <a:endParaRPr lang="en-PH" dirty="0"/>
          </a:p>
        </p:txBody>
      </p:sp>
      <p:sp>
        <p:nvSpPr>
          <p:cNvPr id="7" name="Rectangle 6"/>
          <p:cNvSpPr/>
          <p:nvPr/>
        </p:nvSpPr>
        <p:spPr>
          <a:xfrm>
            <a:off x="1289785" y="721895"/>
            <a:ext cx="5274644" cy="5609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START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banner "SPACE-TIME TRAVEL PLANNER"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// Input collection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INPUT weight (in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lbs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)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INPUT age (in years)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PRINT destination options (1: Mars, 2: Jupiter, 3: Venus)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INPUT choice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// Destination logic and validation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IF choice == 1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THEN planet = "Mars"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gravity = 0.38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travel_days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212 ELSE IF choice == 2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THEN planet = "Jupiter" gravity = 2.34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travel_days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600 ELSE IF choice == 3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THEN planet = "Venus" gravity = 0.90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travel_days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150 ELSE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"Invalid choice!"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EXIT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ENDIF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// Calculations </a:t>
            </a:r>
          </a:p>
          <a:p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planet_weight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weight * gravity </a:t>
            </a:r>
          </a:p>
          <a:p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departure_date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CURRENT_DATE </a:t>
            </a:r>
          </a:p>
          <a:p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arrival_date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departure_date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+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travel_days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</a:t>
            </a:r>
          </a:p>
          <a:p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planet_age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= age + (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travel_days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/ 365)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// Output results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"========== TRIP SUMMARY =========="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destination,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departure_date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travel_days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,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arrival_date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"========== PLANETARY METRICS =========="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planet_weight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(rounded to 2 decimal places)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</a:t>
            </a:r>
            <a:r>
              <a:rPr lang="en-US" sz="1050" b="0" i="0" u="none" strike="noStrike" dirty="0" err="1" smtClean="0">
                <a:solidFill>
                  <a:srgbClr val="000000"/>
                </a:solidFill>
                <a:effectLst/>
                <a:latin typeface="inherit"/>
              </a:rPr>
              <a:t>planet_age</a:t>
            </a:r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 (rounded to 1 decimal place)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PRINT "====================================" </a:t>
            </a:r>
          </a:p>
          <a:p>
            <a:r>
              <a:rPr lang="en-US" sz="1050" b="0" i="0" u="none" strike="noStrike" dirty="0" smtClean="0">
                <a:solidFill>
                  <a:srgbClr val="000000"/>
                </a:solidFill>
                <a:effectLst/>
                <a:latin typeface="inherit"/>
              </a:rPr>
              <a:t>END</a:t>
            </a:r>
            <a:r>
              <a:rPr lang="en-US" b="0" i="0" dirty="0" smtClean="0">
                <a:solidFill>
                  <a:srgbClr val="050505"/>
                </a:solidFill>
                <a:effectLst/>
                <a:latin typeface="inherit"/>
              </a:rPr>
              <a:t/>
            </a:r>
            <a:br>
              <a:rPr lang="en-US" b="0" i="0" dirty="0" smtClean="0">
                <a:solidFill>
                  <a:srgbClr val="050505"/>
                </a:solidFill>
                <a:effectLst/>
                <a:latin typeface="inherit"/>
              </a:rPr>
            </a:br>
            <a:endParaRPr lang="en-US" b="0" i="0" dirty="0" smtClean="0">
              <a:solidFill>
                <a:srgbClr val="050505"/>
              </a:solidFill>
              <a:effectLst/>
              <a:latin typeface="inherit"/>
            </a:endParaRP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638999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176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2026-09-18T04:00:23Z</dcterms:created>
  <dcterms:modified xsi:type="dcterms:W3CDTF">2026-09-18T04:03:01Z</dcterms:modified>
</cp:coreProperties>
</file>